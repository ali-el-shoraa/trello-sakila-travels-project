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Crimson Pro SemiBold"/>
      <p:regular r:id="rId14"/>
    </p:embeddedFont>
    <p:embeddedFont>
      <p:font typeface="Crimson Pro Bold"/>
      <p:regular r:id="rId15"/>
    </p:embeddedFont>
    <p:embeddedFont>
      <p:font typeface="Heebo"/>
      <p:regular r:id="rId16"/>
    </p:embeddedFont>
    <p:embeddedFont>
      <p:font typeface="Heebo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1652587"/>
            <a:ext cx="3267075" cy="1838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9946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Automating PHPTravels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1155055"/>
            <a:ext cx="3579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Selenium, Java, TestNG &amp; POM Success Story</a:t>
            </a:r>
            <a:endParaRPr lang="en-US" sz="3850" dirty="0"/>
          </a:p>
        </p:txBody>
      </p:sp>
      <p:sp>
        <p:nvSpPr>
          <p:cNvPr id="6" name="Text 2"/>
          <p:cNvSpPr/>
          <p:nvPr/>
        </p:nvSpPr>
        <p:spPr>
          <a:xfrm>
            <a:off x="496119" y="3201814"/>
            <a:ext cx="4036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BY: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96119" y="3588097"/>
            <a:ext cx="3579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Mohamed Galal El Sayed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Nayera Abdel Moniem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Heba Mohamed Ali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Ali Mohamed Ali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1097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Overview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1282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end-to-end testing for PHPTravels Cars,Flights,Stays And Tour booking workflow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140991"/>
            <a:ext cx="4677817" cy="26172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45746" y="1733996"/>
            <a:ext cx="351755" cy="182761"/>
          </a:xfrm>
          <a:prstGeom prst="roundRect">
            <a:avLst>
              <a:gd name="adj" fmla="val 6981"/>
            </a:avLst>
          </a:prstGeom>
          <a:solidFill>
            <a:srgbClr val="CCD7FF"/>
          </a:solidFill>
          <a:ln/>
        </p:spPr>
      </p:sp>
      <p:sp>
        <p:nvSpPr>
          <p:cNvPr id="6" name="Text 3"/>
          <p:cNvSpPr/>
          <p:nvPr/>
        </p:nvSpPr>
        <p:spPr>
          <a:xfrm>
            <a:off x="5909518" y="1765846"/>
            <a:ext cx="68141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FLOW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45746" y="194860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We Tested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45746" y="2194396"/>
            <a:ext cx="2399109" cy="1032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Login.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Navigate to dashboard.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Car Rent Model.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Book Flights Model.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Book Stays Model.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Book Tours Model.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70" y="3940820"/>
            <a:ext cx="159469" cy="1594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9189" y="3937546"/>
            <a:ext cx="14934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Java + Selenium WebDriver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49189" y="4151412"/>
            <a:ext cx="32729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automation engine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1595" y="3940820"/>
            <a:ext cx="159469" cy="1594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7213" y="393754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TestNG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967213" y="4151412"/>
            <a:ext cx="32729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orchestration &amp; reporting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570" y="4462983"/>
            <a:ext cx="159469" cy="1594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49189" y="445970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Maven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249189" y="4673575"/>
            <a:ext cx="32729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Dependency &amp; build management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1595" y="4462983"/>
            <a:ext cx="159469" cy="1594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7213" y="445970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Page Object Model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967213" y="4673575"/>
            <a:ext cx="32729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Clean, reusable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409947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Framework Structure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3901901" y="1025426"/>
            <a:ext cx="4769197" cy="1576090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0951" y="1044476"/>
            <a:ext cx="540469" cy="153799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4089871" y="1686818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90157" y="117953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Base Tests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90157" y="1467892"/>
            <a:ext cx="3926830" cy="9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WebDriver setup.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 initialization.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Link for PHP Travels Website.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and After Method Actions.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01901" y="2730252"/>
            <a:ext cx="4769197" cy="1063823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20951" y="2749302"/>
            <a:ext cx="540469" cy="102572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089871" y="313551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590157" y="2884363"/>
            <a:ext cx="265442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Pages Packages and Classes For Pages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0157" y="3172718"/>
            <a:ext cx="3926830" cy="46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Page Object Model implementation.</a:t>
            </a:r>
            <a:endParaRPr lang="en-US" sz="105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Reusable Code and Functions.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01901" y="3922812"/>
            <a:ext cx="4769197" cy="81066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20951" y="3941862"/>
            <a:ext cx="540469" cy="77256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4089871" y="4201492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590157" y="407692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90157" y="4365278"/>
            <a:ext cx="392683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flow execution.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24480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Page Object Model in Action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228031"/>
            <a:ext cx="2716560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POM Works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74489" y="2600399"/>
            <a:ext cx="3759622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page of PHPTravels — Login, Search, Hotel Details — gets its own dedicated Java class. These classes encapsulate all locators and user interactions, keeping test scripts clean and readable.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1825"/>
            <a:ext cx="5143946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Test Scenarios Implemented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79" y="1422425"/>
            <a:ext cx="5189562" cy="29406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3074" y="122842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474396" y="127635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74396" y="1631752"/>
            <a:ext cx="2185913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Login using demo credentials (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user@phptravels.com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/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demouser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23074" y="258990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474396" y="263783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Search Functionality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74396" y="2993231"/>
            <a:ext cx="218591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Searching for Hotels, Flights, Cars and Tours with various filter combinations.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23074" y="393233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474396" y="398025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Booking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74396" y="4335661"/>
            <a:ext cx="21859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booking flow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This Stack?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Java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Widely adopted, object-oriented language with a massive community and rich ecosystem of libraries.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Selenium WebDriver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Industry-standard browser automation with native cross-browser support — Chrome, Firefox, and beyond.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843933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Powerful test configuration, flexible execution, parallel runs, and built-in HTML reporting.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Page Object Model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843933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Separates UI locators from test logic, reducing redundancy and simplifying maintenance.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67519" y="1687488"/>
            <a:ext cx="8380363" cy="1329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You.</a:t>
            </a:r>
            <a:endParaRPr lang="en-US" sz="8350" dirty="0"/>
          </a:p>
        </p:txBody>
      </p:sp>
      <p:sp>
        <p:nvSpPr>
          <p:cNvPr id="5" name="Text 2"/>
          <p:cNvSpPr/>
          <p:nvPr/>
        </p:nvSpPr>
        <p:spPr>
          <a:xfrm>
            <a:off x="267519" y="3229124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appreciate your time and interest.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2026-05-24T14:23:56Z</dcterms:created>
  <dcterms:modified xsi:type="dcterms:W3CDTF">2026-05-24T14:23:56Z</dcterms:modified>
</cp:coreProperties>
</file>